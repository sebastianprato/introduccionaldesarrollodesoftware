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erif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erif-bold.fntdata"/><Relationship Id="rId16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rif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branch en Git es como una copia paralela de un proyecto donde podes realizar cambios sin afectar la rama principal.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especialmente útil para trabajar en nuevas características o correcciones de errores sin interrumpir el flujo de trabajo principal.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comandos git checkout y git switch se usan para cambiar entre ramas.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Aunque git checkout es versátil y puede hacer más que solo cambiar de rama, git switch es una opción más moderna y segura para esta tarea específica.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dacfd9a2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dacfd9a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comando git checkout es una herramienta esencial en Git para manejar ramas y archivos en tu repositorio.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usar git checkout para cambiar a una rama existente, crear y cambiar a una nueva rama simultáneamente, y restaurar archivos a un estado anterior.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Además, es útil para trabajar con ramas remotas al crear y cambiar a una nueva rama basada en una rama remota específica.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importante notar que aunque git checkout es muy versátil, para cambiar de rama se recomienda usar git switch en su lugar, ya que es más moderno y menos propenso a errores.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dacfd9a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dacfd9a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comando git blame es una herramienta poderosa para rastrear cambios en un archivo.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 muestra la última modificación de cada línea, incluyendo quién hizo el cambio y cuándo.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extremadamente útil para auditorías y para entender el historial de modificaciones en el código.</a:t>
            </a:r>
            <a:br>
              <a:rPr lang="es"/>
            </a:br>
            <a:br>
              <a:rPr lang="es"/>
            </a:br>
            <a:r>
              <a:rPr lang="es"/>
              <a:t>Con git cherry-pick, podes aplicar los cambios de un commit específico a la rama actual.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es útil cuando quieres traer un cambio específico de otra rama sin hacer un merge completo.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dacfd9a2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dacfd9a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 bisect es una herramienta esencial para depurar problemas en el código.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Utiliza una búsqueda binaria para identificar el commit específico que introdujo un bug.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inicia el proceso con git bisect start, marcas un commit como malo con git bisect bad y otro como bueno con git bisect good.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Luego, Git selecciona commits intermedios para probarlos hasta localizar el commit exacto que causó el problema.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dacfd9a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dacfd9a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README es crucial en cualquier proyecto de Git, ya que es lo primero que ven los usuarios y colaboradores cuando visitan el repositorio.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archivo proporciona una visión general del proyecto, incluyendo su propósito y cómo instalarlo y usarlo.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es esencial para guiar a nuevos colaboradores sobre cómo pueden contribuir de manera efectiva.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Un buen README mejora significativamente la accesibilidad y usabilidad del proyecto, facilitando la colaboración y la adopción del software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dacfd9a2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dacfd9a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Pre-Commit es una herramienta indispensable para mantener la calidad del código, ya que permite ejecutar hooks antes de realizar commits, asegurando que el código cumpla con los estándares y evitando errores comunes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dacfd9a2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dacfd9a2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hooks en Git son scripts poderosos que permiten automatizar tareas y verificar condiciones en momentos específicos del ciclo de vida de Git.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Existen hooks del lado del cliente y del servidor, cada uno diseñado para diferentes propósitos.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ejemplo, el hook pre-commit se ejecuta antes de realizar un commit, permitiendo verificar que no haya errores de sintaxis en los archivos.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branch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blame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cherry-pick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resolución</a:t>
            </a:r>
            <a:r>
              <a:rPr lang="es"/>
              <a:t> de </a:t>
            </a:r>
            <a:r>
              <a:rPr lang="es"/>
              <a:t>conflictos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bisect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readme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 una branch?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branch (rama) es una línea de desarrollo independiente.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trabajar en diferentes características o correcciones de bugs de manera aislada.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git checkout &lt;nombre_de_la_rama&gt;: Cambia a la rama especificada.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git switch &lt;nombre_de_la_rama&gt;: Cambia a la rama especificada (más moderno y seguro).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.checkout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comando versátil utilizado para cambiar de rama o restaurar archivos en tu directorio de trabajo.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Permite navegar entre ramas, crear nuevas ramas, y revertir archivos o commits específicos.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Blame y Cherry-Pick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blame</a:t>
            </a:r>
            <a:r>
              <a:rPr lang="es"/>
              <a:t>: Muestra la última modificación de cada línea en un archivo.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Uso Común: Identificar quién hizo un cambio específico y cuándo.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cherry-pick</a:t>
            </a:r>
            <a:r>
              <a:rPr lang="es"/>
              <a:t>: Aplica los cambios de un commit específico a la rama actual.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Bisect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start</a:t>
            </a:r>
            <a:r>
              <a:rPr lang="es"/>
              <a:t>: inicia el proceso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bad &lt;commit_malo&gt;</a:t>
            </a:r>
            <a:r>
              <a:rPr lang="es"/>
              <a:t>: marca un commit como malo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git bisect good &lt;commit_bueno&gt;</a:t>
            </a:r>
            <a:r>
              <a:rPr lang="es"/>
              <a:t>: marca un commit como bueno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Readme.md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Es un archivo de texto (generalmente en formato Markdown) ubicado en la raíz del proyecto.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Introducción al Proyecto: Explica qué es el proyecto, su propósito y objetivos.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Instrucciones de Instalación: Guía sobre cómo instalar y configurar el proyecto.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Uso del Proyecto: Proporciona ejemplos y detalles sobre cómo usar la aplicación o librería.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Licencia: Información sobre la licencia bajo la cual se distribuye el proyecto.</a:t>
            </a:r>
            <a:endParaRPr sz="18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pre-commit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Configuración Básica: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Instalación: pip install pre-commit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Crear un archivo .pre-commit-config.yaml y definir hooks.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Instalar hooks en el repositorio: pre-commit install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Propósito: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Asegurar que el código cumpla con los estándares definidos.</a:t>
            </a:r>
            <a:endParaRPr sz="1829"/>
          </a:p>
          <a:p>
            <a:pPr indent="-34480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○"/>
            </a:pPr>
            <a:r>
              <a:rPr lang="es" sz="1829"/>
              <a:t>Prevenir errores comunes al aplicar verificaciones automáticas.</a:t>
            </a:r>
            <a:endParaRPr sz="182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hooks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Scripts que se ejecutan automáticamente en momentos específicos del ciclo de vida de Git.</a:t>
            </a:r>
            <a:endParaRPr sz="1829"/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s" sz="1829"/>
              <a:t>Se utilizan para automatizar tareas, verificar condiciones antes de hacer commit, push, entre otras.</a:t>
            </a:r>
            <a:endParaRPr sz="182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