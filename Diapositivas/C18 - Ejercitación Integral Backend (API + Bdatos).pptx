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Serif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Italic.fntdata"/><Relationship Id="rId30" Type="http://schemas.openxmlformats.org/officeDocument/2006/relationships/font" Target="fonts/RobotoSerif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b0eea75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b0eea75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68a28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568a28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b0eea75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b0eea75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b4a6f7b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b4a6f7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b4a6f7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b4a6f7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b4a6f7b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b4a6f7b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b4a6f7b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b4a6f7b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b0eea75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b0eea75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b0eea75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b0eea75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025fc448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025fc448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b0eea75a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b0eea75a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b0eea75a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b0eea75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b0eea75a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b0eea75a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b0eea75a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b0eea75a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b0eea75a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b0eea75a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b0eea75a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b0eea75a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b0eea75a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b0eea75a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0025fc448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0025fc448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Introducción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Requerimientos de nuestra app simple: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272225" y="741450"/>
            <a:ext cx="8762700" cy="36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Debe haber una vista que contenga un formulario y permita ingresar el número de padrón de un alumno. Debe contener un botón que diga “Buscar datos alumno”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Si existe, debe ir a otra vista llamada detalle.html que muestre los datos personales del alumno y todas las materias que cursó.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Las materias aprobadas deberán aparecer en verde y las que no en rojo.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hacer click en una materia, deberá </a:t>
            </a:r>
            <a:r>
              <a:rPr lang="es"/>
              <a:t>mostrar</a:t>
            </a:r>
            <a:r>
              <a:rPr lang="es"/>
              <a:t> un pop-up con la fecha y la nota numérica obtenida.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hacer click sobre el código de materia, se debe poder visualizar todos los alumnos que la cursaron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 debe poder agregar una nota desde la vista de detalles para ese alumno.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</a:t>
            </a:r>
            <a:r>
              <a:rPr lang="es"/>
              <a:t>/alumnos/&lt;padron&gt;/notas -&gt; [{codigo, materia, nota, fecha}, …]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 /alumnos/&lt;padron&gt;/notas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{codigo, nota, fecha}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94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endpoints vamos a necesitar?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72225" y="741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/alumnos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 -&gt; {padron, nombre, apellido}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GET /alumnos/&lt;padron&gt;/notas -&gt; [{codigo, materia, nota, fecha}, …]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 /alumnos/&lt;padron&gt;/notas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{codigo, nota, fecha}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/materias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/materias/&lt;codigo&gt;/alumnos -&gt; [{padron, nombre, apellido}]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Frontend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4792900" y="363300"/>
            <a:ext cx="3982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Modelo de datos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Creamos la base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una base de datos llamada Facultad que contenga 3 tablas (alumnos, materias, notas)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Definir Pk, Fk necesarias para la estructura de tablas.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Campos de cada tabla: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alumno debe tener los campos padrón, nombre, apellido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materias debe tener los campos, código_materia, nombre, carrera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 debe tener los campos, código_materia, nota, fecha, padrón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792900" y="363300"/>
            <a:ext cx="39828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Backend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4792900" y="363300"/>
            <a:ext cx="3943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SQL JOIN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75" y="1017800"/>
            <a:ext cx="8839200" cy="335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377875" y="1810350"/>
            <a:ext cx="4145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column_name(s)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table1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INNER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table2</a:t>
            </a:r>
            <a:endParaRPr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table1.column_name 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i="1"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table2.column_name</a:t>
            </a:r>
            <a:r>
              <a:rPr lang="es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075" y="1406150"/>
            <a:ext cx="22002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4792900" y="363300"/>
            <a:ext cx="3960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Integrar front y back</a:t>
            </a:r>
            <a:endParaRPr>
              <a:solidFill>
                <a:schemeClr val="accent4"/>
              </a:solidFill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Controller-Service-Repository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4792900" y="363300"/>
            <a:ext cx="4073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Introducción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Frontend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Modelo de datos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Backend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SQL JOIN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Integrar front y back</a:t>
            </a:r>
            <a:endParaRPr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●"/>
            </a:pPr>
            <a:r>
              <a:rPr lang="es">
                <a:solidFill>
                  <a:schemeClr val="accent4"/>
                </a:solidFill>
              </a:rPr>
              <a:t>Controller-Service-Repository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Controller Service Repository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050" y="1153275"/>
            <a:ext cx="68580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Crear un proyecto Flask para Front y Backend (</a:t>
            </a:r>
            <a:r>
              <a:rPr lang="es"/>
              <a:t>correrán</a:t>
            </a:r>
            <a:r>
              <a:rPr lang="es"/>
              <a:t> en puertos separados)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una Bdatos (PK, FK, Joins)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 formulario GET-POST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Comunicar Front con Back</a:t>
            </a:r>
            <a:endParaRPr/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Error handler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Backend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una aplicación API (backend)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 aplicación debe ofrecer una serie de servicios y comunicarse con la base de datos Facultad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Servicios o endpoints: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DatosPersonalesAlumno (Devuelve los datos personales de un alumno, de no existir devuelve null, recibe el nro de padrón como parámetro)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NotasAlumnoXMateria (Devuelve las notas de la materia de un alumno, de no existir devuelve null, recibe el nro de padrón y el código de materia por parámetro)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MateriasAprobadas (Devuelve todas las materias aprobadas con su correspondiente nota, recibe el nro de pad´ron del alumno)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NotasAlumno (Devuelve todas las materias con su correspondiente nota, recibe el nro de padrón del alumno)</a:t>
            </a:r>
            <a:br>
              <a:rPr lang="es"/>
            </a:br>
            <a:r>
              <a:rPr b="1" lang="es">
                <a:solidFill>
                  <a:srgbClr val="FF0000"/>
                </a:solidFill>
              </a:rPr>
              <a:t>ALGÚN OTRO ENDPOINT ??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