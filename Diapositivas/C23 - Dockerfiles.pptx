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erif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bold.fntdata"/><Relationship Id="rId27" Type="http://schemas.openxmlformats.org/officeDocument/2006/relationships/font" Target="fonts/RobotoSerif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Serif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de26b70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de26b70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de26b705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de26b705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de26b705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0de26b70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0de26b70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0de26b70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de26b70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de26b70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0de26b705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0de26b705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0de26b70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0de26b70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0de26b705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0de26b705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0de26b705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0de26b705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0de26b705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0de26b705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0de26b705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0de26b705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6ff6a8ef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6ff6a8ef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6ff6a8efe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6ff6a8efe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6ff6a8efe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6ff6a8efe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6ff6a8efe_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66ff6a8efe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6ff6a8efe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6ff6a8efe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docker.com/reference/cli/docker/compos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Qué es un Dockerfile?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Instrucciones en un Dockerfile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 build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Dockerfiles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Dockerfile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dockerfile es un archivo de </a:t>
            </a:r>
            <a:r>
              <a:rPr lang="es"/>
              <a:t>configuración</a:t>
            </a:r>
            <a:r>
              <a:rPr lang="es"/>
              <a:t> que nos permite listar instrucciones para que el daemon de Docker ejecute al momento de buildear una </a:t>
            </a:r>
            <a:r>
              <a:rPr b="1" lang="es"/>
              <a:t>imagen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sintaxis de dichas instrucciones es sencilla y podemos ver a un Dockerfile como un conjunto de instrucciones con el par </a:t>
            </a:r>
            <a:r>
              <a:rPr lang="es"/>
              <a:t>instrucción</a:t>
            </a:r>
            <a:r>
              <a:rPr lang="es"/>
              <a:t> argumentos: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700" y="3791350"/>
            <a:ext cx="3859775" cy="4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Instrucciones en un Dockerfile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Instrucciones en un Dockerfile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nos permite trabajar con un set amplio de instrucciones para el armado de nuestras </a:t>
            </a:r>
            <a:r>
              <a:rPr lang="es"/>
              <a:t>imágenes</a:t>
            </a:r>
            <a:r>
              <a:rPr lang="es"/>
              <a:t>. Sin embargo, nosotros nos vamos a centrar solo en un par para la </a:t>
            </a:r>
            <a:r>
              <a:rPr lang="es"/>
              <a:t>mayoría</a:t>
            </a:r>
            <a:r>
              <a:rPr lang="es"/>
              <a:t> de nuestras tareas.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Set de instrucciones Dockerfiles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017800"/>
            <a:ext cx="6121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Añade archivos o directorios locales o remotos.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ARG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Usa variables en tiempo de build.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CMD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Específica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comandos default.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COPY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Copia archivos y directorios.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ENTRYPOINT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Específica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ejecutable default.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ENV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Define variables de ambiente.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EXPOSE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Define en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qué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puertos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están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escuchando la aplicación.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Crear un nuevo build en base a otra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HEALTHCHECK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Checkea el estado de un container al comenzar.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Añade metadata a una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Set de instrucciones Dockerfiles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017800"/>
            <a:ext cx="7612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MAINTAINER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Especificar el autor de una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ONBUILD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Especificar acciones para cuando la imagen sea usada en un build.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	Ejecuta comandos.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SHELL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	Determina la shell default de la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STOPSIGNAL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Especifica la SIGCALL para salir de una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	Setea usuario y ID de grupo.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VOLUME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Crea montaje de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volúmenes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WORKDIR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Cambia el directorio de trabajo.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FROM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017800"/>
            <a:ext cx="85206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Armaremos por ejemplo una imagen basada en ubuntu.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esto necesitaremos utilizar la </a:t>
            </a:r>
            <a:r>
              <a:rPr lang="es"/>
              <a:t>instrucción</a:t>
            </a:r>
            <a:r>
              <a:rPr lang="es"/>
              <a:t> FROM, su sintaxis 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362425" y="2411450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FROM &lt;</a:t>
            </a:r>
            <a:r>
              <a:rPr lang="es" sz="1800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imagen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&gt;:&lt;</a:t>
            </a:r>
            <a:r>
              <a:rPr lang="es" sz="1800">
                <a:solidFill>
                  <a:srgbClr val="BF9000"/>
                </a:solidFill>
                <a:latin typeface="Roboto Mono"/>
                <a:ea typeface="Roboto Mono"/>
                <a:cs typeface="Roboto Mono"/>
                <a:sym typeface="Roboto Mono"/>
              </a:rPr>
              <a:t>tag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463825" y="2195300"/>
            <a:ext cx="5018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uso de un tag que indica la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versión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es opcional. En caso de no utilizarlo, se buscará la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última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opción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disponible.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362425" y="3504725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FROM ubuntu:14.04  (Utilizará ubuntu 14.04)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FROM ubuntu   (Utilizará 24.04 actualmente)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RUN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recurriremos a la instrucción RUN para ejecutar ciertos comandos dentro del contenedor.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362425" y="2139625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RUN &lt;comando&gt;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62425" y="3777150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RUN apt-get update &amp;&amp; apt-get install -y curl nano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362425" y="2891425"/>
            <a:ext cx="4815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[“ejecutable”, “arg1”, “arg2”]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066575" y="2139625"/>
            <a:ext cx="5352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comandos shell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038000" y="2843550"/>
            <a:ext cx="5352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comandos en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imágenes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que no contengan shell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ENV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ENV nos permite definir variables de entorno para nuestro contenedor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362425" y="2139625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ENV &lt;key&gt;&lt;value&gt;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62425" y="2689875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ENV DEBIAN_FRONTEND=noninteractive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ARG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ARG nos permite definir variables de entorno para nuestro contenedor en tiempo de build (pueden variar desde el comando de docker para build)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362425" y="2825425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ARG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&lt;key&gt;&lt;value&gt;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62425" y="3347800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ARG TEXT_EDITOR=nano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RUN apt-get install $TEXT_EDITOR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4753200" y="2718100"/>
            <a:ext cx="39309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En este caso se puede modificar TEXT_EDITOR al momento de buildear la aplicación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ADD (COPY)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ADD nos permite copiar archivos o directorios a un destino </a:t>
            </a:r>
            <a:r>
              <a:rPr lang="es"/>
              <a:t>específico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362425" y="2135450"/>
            <a:ext cx="3568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&lt;fuente&gt; &lt;destino&gt;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311700" y="3417475"/>
            <a:ext cx="8400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ADD test.txt dirrelativo/  (refiere a WORKDIR/dirrelativo)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ADD 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test.txt /dirabsoluto/  (refiere a /dirabsoluto/)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3645050" y="1951400"/>
            <a:ext cx="48996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Los archivos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serán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copiados de fuente y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serán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colocados en el path de destino en el container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11700" y="2839250"/>
            <a:ext cx="82329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&lt;destino&gt; es una ruta absoluta, o una ruta relativa al WORKDIR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CMD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311700" y="1017800"/>
            <a:ext cx="8232900" cy="14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CMD permite establecer un comando que se ejecutará una vez iniciado el contenedor. Solo puede haber un CMD por Dockerfile.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311700" y="2780825"/>
            <a:ext cx="84003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[“ejecutable”, “param1”, “param2”]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[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“param1”, “param2”] (para ENTRYPOINT)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&lt;comando&gt; &lt;param1&gt; &lt;param2&gt;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ENTRYPOINT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11700" y="1017800"/>
            <a:ext cx="8232900" cy="14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ENTRYPOINT nos permite definir un comando o un script que se ejecutará primero al iniciar un contenedor.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228000" y="2223275"/>
            <a:ext cx="8400300" cy="22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ENTRYPOINT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[“ejecutable”, “param1”, “param2”]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COPY /script-entrypoint.sh /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ENTRYPOINT ["/script-entrypoint.sh"]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[“postgres”]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311700" y="1017800"/>
            <a:ext cx="8232900" cy="25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</a:t>
            </a:r>
            <a:r>
              <a:rPr lang="es"/>
              <a:t>herramienta que permite definir y ejecutar aplicaciones multicontenedor de Docker.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Usando un archivo YAML, se pueden configurar todos los servicios de tu aplicación y levantarlos con un solo comando.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compose: conceptos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11700" y="1017800"/>
            <a:ext cx="8232900" cy="3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docker-compose.yml: Archivo donde se define la configuración de los servicios.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Servicio: Una imagen Docker más su configuración (volúmenes, redes, variables).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Red: Red virtual por la cual los servicios se comunican entre sí.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Volumen: Almacenamiento persistente compartido entre host y contenedor.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compose: comandos básicos</a:t>
            </a:r>
            <a:endParaRPr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311700" y="1017800"/>
            <a:ext cx="8232900" cy="3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up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down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logs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Un </a:t>
            </a:r>
            <a:r>
              <a:rPr lang="es" sz="1600" u="sng">
                <a:solidFill>
                  <a:schemeClr val="hlink"/>
                </a:solidFill>
                <a:hlinkClick r:id="rId3"/>
              </a:rPr>
              <a:t>montón</a:t>
            </a:r>
            <a:r>
              <a:rPr lang="es" sz="1600"/>
              <a:t> más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compose: ejemplo sencillo</a:t>
            </a:r>
            <a:endParaRPr/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75" y="1107475"/>
            <a:ext cx="6261300" cy="30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